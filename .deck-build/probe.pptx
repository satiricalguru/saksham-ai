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62728c072942c8" /><Relationship Type="http://schemas.openxmlformats.org/officeDocument/2006/relationships/extended-properties" Target="/docProps/app.xml" Id="R272b886b878f4793" /><Relationship Type="http://schemas.openxmlformats.org/officeDocument/2006/relationships/officeDocument" Target="/ppt/presentation.xml" Id="Re0759a94424b40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d0385c40024287"/>
  </p:sldMasterIdLst>
  <p:notesMasterIdLst>
    <p:notesMasterId xmlns:r="http://schemas.openxmlformats.org/officeDocument/2006/relationships" r:id="R69ba96560be1483d"/>
  </p:notesMasterIdLst>
  <p:sldIdLst>
    <p:sldId xmlns:r="http://schemas.openxmlformats.org/officeDocument/2006/relationships" id="256" r:id="R5faab34aafe24f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942dbb8b07438d" /><Relationship Type="http://schemas.openxmlformats.org/officeDocument/2006/relationships/slideMaster" Target="/ppt/slideMasters/slideMaster1.xml" Id="Rb0d0385c40024287" /><Relationship Type="http://schemas.openxmlformats.org/officeDocument/2006/relationships/notesMaster" Target="/ppt/notesMasters/notesMaster1.xml" Id="R69ba96560be1483d" /><Relationship Type="http://schemas.openxmlformats.org/officeDocument/2006/relationships/presProps" Target="/ppt/presProps.xml" Id="Rdbc1db41b524456d" /><Relationship Type="http://schemas.openxmlformats.org/officeDocument/2006/relationships/tableStyles" Target="/ppt/tableStyles.xml" Id="Rff75a0b480b54956" /><Relationship Type="http://schemas.openxmlformats.org/officeDocument/2006/relationships/slide" Target="/ppt/slides/slide1.xml" Id="R5faab34aafe24f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f04909db5547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9836dbb2224c3a" /><Relationship Type="http://schemas.openxmlformats.org/officeDocument/2006/relationships/notesMaster" Target="/ppt/notesMasters/notesMaster1.xml" Id="R30a86514ee1d44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a5e2e9833245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99ef62094b4753" /><Relationship Type="http://schemas.openxmlformats.org/officeDocument/2006/relationships/slideLayout" Target="/ppt/slideLayouts/slideLayout1.xml" Id="Rc8940e60d8094e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940e60d8094e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0fbca6dc844fb" /><Relationship Type="http://schemas.openxmlformats.org/officeDocument/2006/relationships/notesSlide" Target="/ppt/notesSlides/notesSlide1.xml" Id="Rbf3eb6e763b34d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657E9-9BE8-44E5-A9DA-00A2C833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53E35"/>
                </a:solidFill>
                <a:latin typeface="Avenir Next"/>
                <a:ea typeface="Avenir Next"/>
                <a:cs typeface="Avenir Next"/>
              </a:defRPr>
            </a:pPr>
            <a:r>
              <a:rPr sz="5700" b="1">
                <a:solidFill>
                  <a:srgbClr val="153E35"/>
                </a:solidFill>
                <a:latin typeface="Avenir Next"/>
                <a:ea typeface="Avenir Next"/>
                <a:cs typeface="Avenir Next"/>
              </a:rPr>
              <a:t>Saksham AI</a:t>
            </a:r>
          </a:p>
        </p:txBody>
      </p:sp>
    </p:spTree>
    <p:extLst>
      <p:ext uri="{BB962C8B-B14F-4D97-AF65-F5344CB8AC3E}">
        <p14:creationId xmlns:p14="http://schemas.microsoft.com/office/powerpoint/2010/main" val="3862271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2026-09-19T17:35:49.7680000Z</dcterms:created>
  <dcterms:modified xsi:type="dcterms:W3CDTF">2026-09-19T17:35:49.7680000Z</dcterms:modified>
</coreProperties>
</file>